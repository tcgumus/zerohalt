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3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ZEROHALT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Otonom Bakim ve Parca Yonetim Sistemi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Uretim hattinda makine arizalandiginda saniyeler icinde devreye giren yapay zeka ajani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0A111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FNSS Savunma Sanayi  |  Hackathon 2026  |  AI-Powered Manufacturing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Durmasi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Uretim hattinda bir makine arizalandiginda dogru yedek parcanin aninda bulunmasi hayati onem tasir.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yapilamazsa tum manufacturing hatti durur. Bu bir "guzel olsa iyi olur" projesi degil — bu bir must-have cozum.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0" y="128016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1E33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40680" y="1508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GUN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4068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Uretim durma suresi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06640" y="128016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1E33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43800" y="1508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M$+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54380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Ceza riski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03520" y="274320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1E33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40680" y="2971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40680" y="3520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blokaji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06640" y="274320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1E33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43800" y="2971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543800" y="3520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Itibar zarari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ZeroHalt  ·  FNSS Hackathon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COZUM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ZeroHalt Ajani: Uctan Uca Otonom Cozum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88720" cy="1463040"/>
          </a:xfrm>
          <a:prstGeom prst="roundRect">
            <a:avLst>
              <a:gd name="adj" fmla="val 6154"/>
            </a:avLst>
          </a:prstGeom>
          <a:solidFill>
            <a:srgbClr val="1E33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691640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6" name="Image 0" descr="icon_100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2194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 Neden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Analizi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664208" y="2286000"/>
            <a:ext cx="192024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1874520" y="1554480"/>
            <a:ext cx="1188720" cy="1463040"/>
          </a:xfrm>
          <a:prstGeom prst="roundRect">
            <a:avLst>
              <a:gd name="adj" fmla="val 6154"/>
            </a:avLst>
          </a:prstGeom>
          <a:solidFill>
            <a:srgbClr val="1E33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258568" y="1691640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11" name="Image 1" descr="icon_101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40280" y="21945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Tanima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3081528" y="2286000"/>
            <a:ext cx="192024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291840" y="1554480"/>
            <a:ext cx="1188720" cy="1463040"/>
          </a:xfrm>
          <a:prstGeom prst="roundRect">
            <a:avLst>
              <a:gd name="adj" fmla="val 6154"/>
            </a:avLst>
          </a:prstGeom>
          <a:solidFill>
            <a:srgbClr val="1E33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675888" y="1691640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16" name="Image 2" descr="icon_102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57600" y="21945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3756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4498848" y="2286000"/>
            <a:ext cx="192024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4709160" y="1554480"/>
            <a:ext cx="1188720" cy="1463040"/>
          </a:xfrm>
          <a:prstGeom prst="roundRect">
            <a:avLst>
              <a:gd name="adj" fmla="val 6154"/>
            </a:avLst>
          </a:prstGeom>
          <a:solidFill>
            <a:srgbClr val="1E33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5093208" y="1691640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21" name="Image 3" descr="icon_103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74920" y="21945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5488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Muadil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Onerisi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5916168" y="2286000"/>
            <a:ext cx="192024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6126480" y="1554480"/>
            <a:ext cx="1188720" cy="1463040"/>
          </a:xfrm>
          <a:prstGeom prst="roundRect">
            <a:avLst>
              <a:gd name="adj" fmla="val 6154"/>
            </a:avLst>
          </a:prstGeom>
          <a:solidFill>
            <a:srgbClr val="1E33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6510528" y="1691640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26" name="Image 4" descr="icon_104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92240" y="219456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17220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Taslagi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7333488" y="2286000"/>
            <a:ext cx="192024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7543800" y="1554480"/>
            <a:ext cx="1188720" cy="1463040"/>
          </a:xfrm>
          <a:prstGeom prst="roundRect">
            <a:avLst>
              <a:gd name="adj" fmla="val 6154"/>
            </a:avLst>
          </a:prstGeom>
          <a:solidFill>
            <a:srgbClr val="1E33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7927848" y="1691640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pic>
        <p:nvPicPr>
          <p:cNvPr id="31" name="Image 5" descr="icon_105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09560" y="219456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8952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Emri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Olusturma</a:t>
            </a:r>
            <a:endParaRPr lang="en-US" sz="800" dirty="0"/>
          </a:p>
        </p:txBody>
      </p:sp>
      <p:sp>
        <p:nvSpPr>
          <p:cNvPr id="33" name="Shape 25"/>
          <p:cNvSpPr/>
          <p:nvPr/>
        </p:nvSpPr>
        <p:spPr>
          <a:xfrm>
            <a:off x="457200" y="33832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162636"/>
          </a:solidFill>
          <a:ln/>
        </p:spPr>
      </p:sp>
      <p:sp>
        <p:nvSpPr>
          <p:cNvPr id="34" name="Text 26"/>
          <p:cNvSpPr/>
          <p:nvPr/>
        </p:nvSpPr>
        <p:spPr>
          <a:xfrm>
            <a:off x="731520" y="35661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SANIYELER ICINDE COZUM  </a:t>
            </a:r>
            <a:pPr indent="0" marL="0">
              <a:buNone/>
            </a:pPr>
            <a:r>
              <a:rPr lang="en-US" sz="12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Kritik kararlar (siparis onayi) HER ZAMAN insana birakilir.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ZeroHalt  ·  FNSS Hackathon 2026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PROAKTIF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Onleyici Tedbirler: Riskler Olusmadan Once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749040" cy="1828800"/>
          </a:xfrm>
          <a:prstGeom prst="roundRect">
            <a:avLst>
              <a:gd name="adj" fmla="val 5000"/>
            </a:avLst>
          </a:prstGeom>
          <a:solidFill>
            <a:srgbClr val="1E33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icon_106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7830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Proaktif Ajan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21945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Gecmis ariza verilerini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surerekli analiz eder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480560" y="1463040"/>
            <a:ext cx="3749040" cy="1828800"/>
          </a:xfrm>
          <a:prstGeom prst="roundRect">
            <a:avLst>
              <a:gd name="adj" fmla="val 5000"/>
            </a:avLst>
          </a:prstGeom>
          <a:solidFill>
            <a:srgbClr val="1E33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1" descr="icon_107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4880" y="17830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Uyari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394960" y="21945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Ariza kaliplarindan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haber verir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3566160"/>
            <a:ext cx="3749040" cy="1828800"/>
          </a:xfrm>
          <a:prstGeom prst="roundRect">
            <a:avLst>
              <a:gd name="adj" fmla="val 5000"/>
            </a:avLst>
          </a:prstGeom>
          <a:solidFill>
            <a:srgbClr val="1E33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3" name="Image 2" descr="icon_108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38862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840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Engelleyici Tedbir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371600" y="4297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olusmadan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mudahale eder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480560" y="3566160"/>
            <a:ext cx="3749040" cy="1828800"/>
          </a:xfrm>
          <a:prstGeom prst="roundRect">
            <a:avLst>
              <a:gd name="adj" fmla="val 5000"/>
            </a:avLst>
          </a:prstGeom>
          <a:solidFill>
            <a:srgbClr val="1E33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7" name="Image 3" descr="icon_109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54880" y="388620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3840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Sifir Durus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394960" y="4297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Plansiz urerim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durusunu ortadan kaldirir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ZeroHalt  ·  FNSS Hackathon 2026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MIMARI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Mimari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E33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icon_110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" y="16002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43000" y="1920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entegrasyonu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 API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46120" y="13716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E33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1" descr="icon_111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000" y="16002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3192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2 Lite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931920" y="1920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+ Tool-use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model, tek ajan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035040" y="13716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E33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3" name="Image 2" descr="icon_112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7920" y="16002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2084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Auth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720840" y="1920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servislerine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guvenli erisim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57200" y="2971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E33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7" name="Image 3" descr="icon_113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080" y="32004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1143000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- Teknik kilavuzlar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uzerinde sorgulama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3246120" y="2971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E33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21" name="Image 4" descr="icon_114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29000" y="320040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3192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Vision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931920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Fotograftan parca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tanima yetenegi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6035040" y="2971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E33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25" name="Image 5" descr="icon_115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17920" y="320040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2084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Tool-Use Orch.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6720840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hangi tool'u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otonomcagirira karar verir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ZeroHalt  ·  FNSS Hackathon 2026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ETKI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Gun vs 6 Ay: AI-Powered Development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Normalde boyle bir uctan uca otonom bakim sistemi: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yazilimcinin 6 ay calismasi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30 adam-ay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bunu Kiro (AI coding assistant) ve Amazon Quick (intelligent work companion) kullanarak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GUNDE tamamladik.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0" y="137160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1E33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0" y="1508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8C5D1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040880" y="1463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0" y="2103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adam-ay vs gun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0" y="260604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1E33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0" y="2697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583680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8C5D1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040880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48640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kisi vs kisi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03520" y="384048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1E33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0" y="3931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~900x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486400" y="4572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hizlanma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16263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251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KULLANILAN ARACLAR:  </a:t>
            </a:r>
            <a:pPr indent="0" marL="0">
              <a:buNone/>
            </a:pPr>
            <a:r>
              <a:rPr lang="en-US" sz="10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(AI Coding Assistant)  +  Amazon Quick (Intelligent Work Companion)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ZeroHalt  ·  FNSS Hackathon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3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Sonuc &amp; Sonraki Adimlar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16263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"Biz burada uctan uca Otonom Bakim ve Parca Yonetim Sistemi'ni yazabildik.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Buradan cikinca yapacagim tek sey: bu veriyi canli verime baglamak ve proje onay surecine sokmak."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1E33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Canli Veri Entegrasyonu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veriyi gercek MES/ERP/CMMS'e bagla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283464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1E33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Onay Sureci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kurumsal onay akisina sok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283464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1E33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uzerinde canli ortama 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MANUFACTURING'DE GAME-CHANGER  |  SISTEM HAZIR, CALISIYOR.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ZeroHalt  ·  FNSS Hackathon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ZeroHalt - Otonom Bakim ve Parca Yonetim Sistemi</dc:title>
  <dc:subject>PptxGenJS Presentation</dc:subject>
  <dc:creator>FNSS Hackathon Team</dc:creator>
  <cp:lastModifiedBy>FNSS Hackathon Team</cp:lastModifiedBy>
  <cp:revision>1</cp:revision>
  <dcterms:created xsi:type="dcterms:W3CDTF">2026-06-17T11:42:54Z</dcterms:created>
  <dcterms:modified xsi:type="dcterms:W3CDTF">2026-06-17T11:42:54Z</dcterms:modified>
</cp:coreProperties>
</file>